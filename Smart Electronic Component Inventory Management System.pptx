
<file path=[Content_Types].xml><?xml version="1.0" encoding="utf-8"?>
<Types xmlns="http://schemas.openxmlformats.org/package/2006/content-types"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000" autoAdjust="0"/>
    <p:restoredTop sz="94660"/>
  </p:normalViewPr>
  <p:slideViewPr>
    <p:cSldViewPr snapToGrid="0">
      <p:cViewPr varScale="1">
        <p:scale>
          <a:sx n="64" d="100"/>
          <a:sy n="64" d="100"/>
        </p:scale>
        <p:origin x="978" y="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E58683-44F3-DB47-1F4A-0E5F89307A3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4248281-DDB3-01B2-EE8F-2B7170430EB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9B9E4E0-6DB1-C7E6-0CB0-D1212613608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3EA0C3-BA6E-4730-A280-1818E844A27A}" type="datetimeFigureOut">
              <a:rPr lang="en-US" smtClean="0"/>
              <a:t>7/17/2026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67BCBAA-8105-5F6A-DF3D-DAD709BE6E8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F11AEFD-B193-4DC7-C46B-AF0F121B24C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E1E773-D1E4-4E9C-8982-5E1951313D4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1011675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9F6D0AB-A0A0-F4AA-1F75-7669AC70804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5CA38AC-66A7-E20C-DC52-415AF213FA2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6626AF0-2D7E-78DA-71CB-D11CEA23B69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3EA0C3-BA6E-4730-A280-1818E844A27A}" type="datetimeFigureOut">
              <a:rPr lang="en-US" smtClean="0"/>
              <a:t>7/17/2026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954E32B-8199-F160-A0D1-5957365AC62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DB32A6F-EC22-68B6-A516-162D44FE6D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E1E773-D1E4-4E9C-8982-5E1951313D4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2921288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3A59E2C-3EC4-8D73-C903-14581C8A66F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A7E939F-1BB0-B83E-DAF5-494A84AEC9A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1AF2681-AF61-7689-C357-7AA80869FF3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3EA0C3-BA6E-4730-A280-1818E844A27A}" type="datetimeFigureOut">
              <a:rPr lang="en-US" smtClean="0"/>
              <a:t>7/17/2026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446CBCD-2238-EB1C-7058-0AC75DEAA40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98021D0-24D6-D03D-4B18-67F5E7C2BE2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E1E773-D1E4-4E9C-8982-5E1951313D4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6048419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0135923-AF5B-51AE-7E4E-F32B811BAA2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8717264-9697-BB7E-2E91-238182B6EE4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2C5A7C6-5461-9302-7826-DF5AE2ACAC6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329C83A-05AD-B9CB-7664-C374B9980A3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3EA0C3-BA6E-4730-A280-1818E844A27A}" type="datetimeFigureOut">
              <a:rPr lang="en-US" smtClean="0"/>
              <a:t>7/17/2026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9FCD2E4-B54D-B1D4-9AA3-B415C8F4F3C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BA09E4D-DEA6-1AAA-6E22-E8513C16C4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E1E773-D1E4-4E9C-8982-5E1951313D4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9078195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2EABB43-B1D1-18CD-FEE4-06C3303EA0F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182F3B0-DAF5-D000-ABE5-2AAD390D2B8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E65BCFA-B08C-23CD-37CC-19BBAB2609E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283124A-900D-23B6-2CA8-3EBEBD1A7AA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6B558945-F775-01FF-B7AA-087EF1294B4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239275EE-BBF6-0131-C0E4-C73D83B7FA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3EA0C3-BA6E-4730-A280-1818E844A27A}" type="datetimeFigureOut">
              <a:rPr lang="en-US" smtClean="0"/>
              <a:t>7/17/2026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EEB14C36-775C-755A-63D6-A600BB9EC39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7E56AC01-5E8F-9824-BA78-09245F1FFC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E1E773-D1E4-4E9C-8982-5E1951313D4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160367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82B4188-256D-6C0A-5458-B8EE88DAF3D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77DD58F-0CB6-213C-07E4-53528200469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3EA0C3-BA6E-4730-A280-1818E844A27A}" type="datetimeFigureOut">
              <a:rPr lang="en-US" smtClean="0"/>
              <a:t>7/17/2026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2DE69A8-E52A-8C35-EAC2-32E456F2B1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840A534-0486-E19B-84EA-81255FB7A8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E1E773-D1E4-4E9C-8982-5E1951313D4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6038819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3AAC23E2-1083-E614-2FDA-B7496D81E06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3EA0C3-BA6E-4730-A280-1818E844A27A}" type="datetimeFigureOut">
              <a:rPr lang="en-US" smtClean="0"/>
              <a:t>7/17/2026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5A0DF593-00EC-A308-E444-6860898DE5C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5CA2750-E8D4-81FB-C08E-1F254172E8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E1E773-D1E4-4E9C-8982-5E1951313D4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2895094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80BAEEC-6D52-2557-2509-4587D9A09A4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7B1D856-48E4-ECF4-A69B-44F150531CF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B8557AE-B968-56C8-0AEF-C88451003EA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30CF703-BD5E-BB0B-017E-412FCF43859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3EA0C3-BA6E-4730-A280-1818E844A27A}" type="datetimeFigureOut">
              <a:rPr lang="en-US" smtClean="0"/>
              <a:t>7/17/2026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23723C3-05A5-83BC-4040-E1DC1F3EFB6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923D7AD-74F0-BE8F-6305-958E0E15A2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E1E773-D1E4-4E9C-8982-5E1951313D4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5390733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DBBBF8D-CD3F-1A7B-0273-A7412013991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59AA751C-093E-712D-B614-CE1624DB33D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1ED60B6-CD8A-7BD4-EA04-2689C07F3CC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F7E8F23-2306-C311-B4B6-46F8372B1F3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3EA0C3-BA6E-4730-A280-1818E844A27A}" type="datetimeFigureOut">
              <a:rPr lang="en-US" smtClean="0"/>
              <a:t>7/17/2026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0C69DD3-EEA9-F00D-0BA4-1558F4F95C3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D9F9749-E8F8-5BC1-16E1-CE86D92E93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E1E773-D1E4-4E9C-8982-5E1951313D4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4956954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B39827C-2315-3110-4038-1AA8AE43AA9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AE1A924-15FD-EA79-FAD7-2F143C67796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58BA317-2BC1-BAB2-F620-B1B2F4785C3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3EA0C3-BA6E-4730-A280-1818E844A27A}" type="datetimeFigureOut">
              <a:rPr lang="en-US" smtClean="0"/>
              <a:t>7/17/2026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BD13ABF-BC90-B9B1-4308-21037E3F9E9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666DFAF-B1AB-06F8-DD87-0D193D18D4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E1E773-D1E4-4E9C-8982-5E1951313D4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5774823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EC3F69E2-78A4-4DC0-7796-64D05AE04209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A1ECBFA-6F7A-BA15-5B4B-3BFB148E2AE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E11E8F3-7C0F-AFCA-69B9-D8862E29284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3EA0C3-BA6E-4730-A280-1818E844A27A}" type="datetimeFigureOut">
              <a:rPr lang="en-US" smtClean="0"/>
              <a:t>7/17/2026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E3BCB2E-A0DF-2164-710B-0E8F2604C5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5FDD1B6-E494-9033-737B-1130A3AE7D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E1E773-D1E4-4E9C-8982-5E1951313D4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5837774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B3C443B1-9FBE-873D-ACCB-FDD58E0D62E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D7A5685-E276-FBC7-3F0C-1E27F85E069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A209744-8D1C-6B57-80A5-C01B4E4AD86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43EA0C3-BA6E-4730-A280-1818E844A27A}" type="datetimeFigureOut">
              <a:rPr lang="en-US" smtClean="0"/>
              <a:t>7/17/2026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4A29B8C-7AD8-605E-B57F-C0E680EEB01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19E58C5-A367-81EA-ACE1-A112CE320F6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6E1E773-D1E4-4E9C-8982-5E1951313D4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9641782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C31D6F9-51AE-441F-1EAE-4C9ADEA56DB2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Smart Electronic Component Inventory Management System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FA68A0E-3036-0BC8-84B5-0099E8A4AD70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>
            <a:normAutofit lnSpcReduction="10000"/>
          </a:bodyPr>
          <a:lstStyle/>
          <a:p>
            <a:r>
              <a:rPr lang="en-US" dirty="0"/>
              <a:t>A C++ Solution for Labs, Workshops, and Makerspaces</a:t>
            </a:r>
          </a:p>
          <a:p>
            <a:r>
              <a:rPr lang="en-US" dirty="0"/>
              <a:t>Streamlining stock control, valuation, and project planning</a:t>
            </a:r>
          </a:p>
          <a:p>
            <a:r>
              <a:rPr lang="en-US" dirty="0"/>
              <a:t>Bright Sakyiamah( PowerPoint Presenter)</a:t>
            </a:r>
          </a:p>
          <a:p>
            <a:r>
              <a:rPr lang="en-US" dirty="0"/>
              <a:t>Group 1.6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01C5FF14-6563-31A7-C107-6766BC61BE0C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2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58" y="0"/>
            <a:ext cx="12189641" cy="68593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514476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BFCA938-80F7-28E7-5BE7-FD507E42BB0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Where is this System Needed?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C89A158-2300-1D62-4A5A-9F44BD8CC44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Educational Labs: Schools and University engineering laboratories.</a:t>
            </a:r>
          </a:p>
          <a:p>
            <a:r>
              <a:rPr lang="en-US" dirty="0"/>
              <a:t>Repair shops: Commercial electronics repair facilities.</a:t>
            </a:r>
          </a:p>
          <a:p>
            <a:r>
              <a:rPr lang="en-US" dirty="0"/>
              <a:t>Marketspaces: Community workspaces and innovation hubs.</a:t>
            </a:r>
          </a:p>
          <a:p>
            <a:r>
              <a:rPr lang="en-US" dirty="0"/>
              <a:t>High Volume Parts:  Managing resistors, capacitors, LEDs, diodes, transistors, jumper wires, sensors, and microcontrollers</a:t>
            </a:r>
          </a:p>
        </p:txBody>
      </p:sp>
    </p:spTree>
    <p:extLst>
      <p:ext uri="{BB962C8B-B14F-4D97-AF65-F5344CB8AC3E}">
        <p14:creationId xmlns:p14="http://schemas.microsoft.com/office/powerpoint/2010/main" val="320916563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583EEA5-CB81-B043-56C0-70CD648E73E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b="1" dirty="0"/>
              <a:t>The Problem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FC592BD-B4A9-F612-A69C-5EDCA14467F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The Choas of Unmanaged Inventory.</a:t>
            </a:r>
          </a:p>
          <a:p>
            <a:r>
              <a:rPr lang="en-US" dirty="0"/>
              <a:t>Zero Visibility: Users do not know available quantities.</a:t>
            </a:r>
          </a:p>
          <a:p>
            <a:pPr marL="228600" marR="0" lvl="0" indent="-2286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dirty="0"/>
              <a:t>Financial Blind spot: Total stock value remains completely unknown.</a:t>
            </a:r>
          </a:p>
          <a:p>
            <a:pPr marL="228600" marR="0" lvl="0" indent="-2286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dirty="0"/>
              <a:t> Project Delays: </a:t>
            </a: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Missing components halt practical works.</a:t>
            </a:r>
          </a:p>
          <a:p>
            <a:pPr lvl="0">
              <a:defRPr/>
            </a:pPr>
            <a:r>
              <a:rPr lang="en-US" b="1" dirty="0"/>
              <a:t>Poor Planning:  Inability to order parts before they run out.</a:t>
            </a:r>
            <a:endParaRPr kumimoji="0" lang="en-US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54086844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01ADB5A-559B-183D-3FC5-66FC0EAF9CC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/>
              <a:t>Project Objective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5E5236E-7C66-C9CB-90C3-1D0C031F6F0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pPr marL="0" indent="0">
              <a:buNone/>
            </a:pPr>
            <a:r>
              <a:rPr lang="en-US" dirty="0"/>
              <a:t>Bridging the Gap With Software.</a:t>
            </a:r>
          </a:p>
          <a:p>
            <a:r>
              <a:rPr lang="en-US" dirty="0"/>
              <a:t>Student-Led Project:  Develop a lightweight, terminal-based C++ application.</a:t>
            </a:r>
          </a:p>
          <a:p>
            <a:r>
              <a:rPr lang="en-US" dirty="0"/>
              <a:t>Core Goal:  Provide an efficient way to track and value electronic components.</a:t>
            </a:r>
          </a:p>
          <a:p>
            <a:r>
              <a:rPr lang="en-US" dirty="0"/>
              <a:t>Key Outcome: Prevent project delays through automated low-stock alerts.</a:t>
            </a:r>
          </a:p>
          <a:p>
            <a:pPr marL="0" marR="0">
              <a:spcBef>
                <a:spcPts val="900"/>
              </a:spcBef>
              <a:spcAft>
                <a:spcPts val="900"/>
              </a:spcAft>
              <a:buFont typeface="Arial" panose="020B0604020202020204" pitchFamily="34" charset="0"/>
              <a:buChar char="•"/>
            </a:pPr>
            <a:r>
              <a:rPr lang="en-US" sz="2800" b="1" u="none" strike="noStrike" dirty="0">
                <a:effectLst/>
                <a:latin typeface="Google Sans"/>
              </a:rPr>
              <a:t>Data Persistence:</a:t>
            </a:r>
            <a:r>
              <a:rPr lang="en-US" sz="2800" b="0" u="none" strike="noStrike" dirty="0">
                <a:effectLst/>
                <a:latin typeface="Google Sans"/>
              </a:rPr>
              <a:t> Ensure inventory data survives after closing the program.</a:t>
            </a:r>
          </a:p>
          <a:p>
            <a:pPr>
              <a:buNone/>
            </a:pPr>
            <a:br>
              <a:rPr lang="en-US" dirty="0"/>
            </a:br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9466063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D3EBD1E-5CB4-6A9F-29CC-C6E442E0428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/>
              <a:t>Core Functional Requirements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2771888-C77D-6F3D-752C-A4E111A26F7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US" dirty="0"/>
              <a:t>What the System Must Do</a:t>
            </a:r>
          </a:p>
          <a:p>
            <a:pPr marL="0" indent="0">
              <a:buNone/>
            </a:pPr>
            <a:endParaRPr lang="en-US" dirty="0"/>
          </a:p>
          <a:p>
            <a:r>
              <a:rPr lang="en-US" dirty="0"/>
              <a:t>Record Components: Add new items with names, categories, quantities, and prices.</a:t>
            </a:r>
          </a:p>
          <a:p>
            <a:r>
              <a:rPr lang="en-US" dirty="0"/>
              <a:t>Calculate Value: Automatically compute individual and total inventory financial value.</a:t>
            </a:r>
          </a:p>
          <a:p>
            <a:r>
              <a:rPr lang="en-US" dirty="0"/>
              <a:t>Low-Stock Alerts: Instantly flag items that fall below a set threshold.</a:t>
            </a:r>
          </a:p>
          <a:p>
            <a:r>
              <a:rPr lang="en-US" dirty="0"/>
              <a:t>Report Generation: Save data to a file for future reference and external viewing.</a:t>
            </a:r>
          </a:p>
        </p:txBody>
      </p:sp>
    </p:spTree>
    <p:extLst>
      <p:ext uri="{BB962C8B-B14F-4D97-AF65-F5344CB8AC3E}">
        <p14:creationId xmlns:p14="http://schemas.microsoft.com/office/powerpoint/2010/main" val="179271302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5B3A5E2-60F0-826D-C429-71673621154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System Architecture &amp; Data Structure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0F73BC58-93C1-F4F1-F84D-D620F0D435F6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050659" y="1825624"/>
            <a:ext cx="2417898" cy="50323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7464175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D176F99-6252-023E-875A-CFEDFF84961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Software Workflow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BF77D05-AAEF-B6FC-F940-1B29A79DF3D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US" dirty="0"/>
              <a:t>Step-by-Step Application Logic</a:t>
            </a:r>
          </a:p>
          <a:p>
            <a:pPr marL="0" indent="0">
              <a:buNone/>
            </a:pPr>
            <a:endParaRPr lang="en-US" dirty="0"/>
          </a:p>
          <a:p>
            <a:r>
              <a:rPr lang="en-US" dirty="0"/>
              <a:t>Step 1: Initialization: Program boots and loads existing data from a text/CSV file.</a:t>
            </a:r>
          </a:p>
          <a:p>
            <a:r>
              <a:rPr lang="en-US" dirty="0"/>
              <a:t>Step 2: User Menu: Interactive CLI console options (Add, View, Alerts, Export, Exit).</a:t>
            </a:r>
          </a:p>
          <a:p>
            <a:r>
              <a:rPr lang="en-US" dirty="0"/>
              <a:t>Step 3: Processing: Logic calculates total value (Quantity \(\times \) Unit Price).</a:t>
            </a:r>
          </a:p>
          <a:p>
            <a:r>
              <a:rPr lang="en-US" dirty="0"/>
              <a:t>Step 4: Termination: Program saves updated lists back to the file and closes safely.</a:t>
            </a:r>
          </a:p>
        </p:txBody>
      </p:sp>
    </p:spTree>
    <p:extLst>
      <p:ext uri="{BB962C8B-B14F-4D97-AF65-F5344CB8AC3E}">
        <p14:creationId xmlns:p14="http://schemas.microsoft.com/office/powerpoint/2010/main" val="1514045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66559D8-B872-5ACA-11D9-5FB33C9B0F6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/>
              <a:t>Conclusion &amp; Impact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8DE01B1-C274-A536-84F6-7A8C93A056E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Empowering Efficient Workspaces</a:t>
            </a:r>
          </a:p>
          <a:p>
            <a:r>
              <a:rPr lang="en-US" dirty="0"/>
              <a:t>Eliminates Human Error: Replaces unreliable manual logbooks with digital tracking</a:t>
            </a:r>
          </a:p>
          <a:p>
            <a:r>
              <a:rPr lang="en-US" dirty="0"/>
              <a:t>Saves Time &amp; Money: Optimizes purchasing budgets and prevents duplicate orders.</a:t>
            </a:r>
          </a:p>
          <a:p>
            <a:r>
              <a:rPr lang="en-US" dirty="0"/>
              <a:t>Educational Growth: Students solve a tangible, real-world logistics problem using code.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2768435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387</Words>
  <Application>Microsoft Office PowerPoint</Application>
  <PresentationFormat>Widescreen</PresentationFormat>
  <Paragraphs>43</Paragraphs>
  <Slides>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3" baseType="lpstr">
      <vt:lpstr>Aptos</vt:lpstr>
      <vt:lpstr>Aptos Display</vt:lpstr>
      <vt:lpstr>Arial</vt:lpstr>
      <vt:lpstr>Google Sans</vt:lpstr>
      <vt:lpstr>Office Theme</vt:lpstr>
      <vt:lpstr>Smart Electronic Component Inventory Management System</vt:lpstr>
      <vt:lpstr>Where is this System Needed?</vt:lpstr>
      <vt:lpstr>The Problem</vt:lpstr>
      <vt:lpstr>Project Objective</vt:lpstr>
      <vt:lpstr>Core Functional Requirements</vt:lpstr>
      <vt:lpstr>System Architecture &amp; Data Structure</vt:lpstr>
      <vt:lpstr>Software Workflow</vt:lpstr>
      <vt:lpstr>Conclusion &amp; Impact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Bright Sakyiamah</dc:creator>
  <cp:lastModifiedBy>Bright Sakyiamah</cp:lastModifiedBy>
  <cp:revision>1</cp:revision>
  <dcterms:created xsi:type="dcterms:W3CDTF">2026-07-17T13:23:46Z</dcterms:created>
  <dcterms:modified xsi:type="dcterms:W3CDTF">2026-07-17T13:23:53Z</dcterms:modified>
</cp:coreProperties>
</file>